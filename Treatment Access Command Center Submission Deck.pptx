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f461c2b7342ba" /><Relationship Type="http://schemas.openxmlformats.org/officeDocument/2006/relationships/extended-properties" Target="/docProps/app.xml" Id="R63144901be704f11" /><Relationship Type="http://schemas.openxmlformats.org/officeDocument/2006/relationships/officeDocument" Target="/ppt/presentation.xml" Id="R87c3f25982ea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f9c6c1a644d2f"/>
  </p:sldMasterIdLst>
  <p:notesMasterIdLst>
    <p:notesMasterId xmlns:r="http://schemas.openxmlformats.org/officeDocument/2006/relationships" r:id="Rd6fde9e1d43a4f67"/>
  </p:notesMasterIdLst>
  <p:sldIdLst>
    <p:sldId xmlns:r="http://schemas.openxmlformats.org/officeDocument/2006/relationships" id="256" r:id="R00b5e7a3a52a442c"/>
    <p:sldId xmlns:r="http://schemas.openxmlformats.org/officeDocument/2006/relationships" id="257" r:id="R8f5eb460c5794f13"/>
    <p:sldId xmlns:r="http://schemas.openxmlformats.org/officeDocument/2006/relationships" id="258" r:id="R83468dc3ad5348e1"/>
    <p:sldId xmlns:r="http://schemas.openxmlformats.org/officeDocument/2006/relationships" id="259" r:id="R948fcc22706b4119"/>
    <p:sldId xmlns:r="http://schemas.openxmlformats.org/officeDocument/2006/relationships" id="260" r:id="R54224d0aaebd4611"/>
    <p:sldId xmlns:r="http://schemas.openxmlformats.org/officeDocument/2006/relationships" id="261" r:id="Rd46d19ab4f4449ef"/>
    <p:sldId xmlns:r="http://schemas.openxmlformats.org/officeDocument/2006/relationships" id="262" r:id="R7476706f3e014dfc"/>
    <p:sldId xmlns:r="http://schemas.openxmlformats.org/officeDocument/2006/relationships" id="263" r:id="Ra4104c2ab2d9465c"/>
  </p:sldIdLst>
  <p:sldSz cx="121793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59e4f3a33489c" /><Relationship Type="http://schemas.openxmlformats.org/officeDocument/2006/relationships/slideMaster" Target="/ppt/slideMasters/slideMaster1.xml" Id="R0adf9c6c1a644d2f" /><Relationship Type="http://schemas.openxmlformats.org/officeDocument/2006/relationships/notesMaster" Target="/ppt/notesMasters/notesMaster1.xml" Id="Rd6fde9e1d43a4f67" /><Relationship Type="http://schemas.openxmlformats.org/officeDocument/2006/relationships/presProps" Target="/ppt/presProps.xml" Id="R7eaa3d6216364c10" /><Relationship Type="http://schemas.openxmlformats.org/officeDocument/2006/relationships/tableStyles" Target="/ppt/tableStyles.xml" Id="R4950ba4a6d764aea" /><Relationship Type="http://schemas.openxmlformats.org/officeDocument/2006/relationships/slide" Target="/ppt/slides/slide1.xml" Id="R00b5e7a3a52a442c" /><Relationship Type="http://schemas.openxmlformats.org/officeDocument/2006/relationships/slide" Target="/ppt/slides/slide2.xml" Id="R8f5eb460c5794f13" /><Relationship Type="http://schemas.openxmlformats.org/officeDocument/2006/relationships/slide" Target="/ppt/slides/slide3.xml" Id="R83468dc3ad5348e1" /><Relationship Type="http://schemas.openxmlformats.org/officeDocument/2006/relationships/slide" Target="/ppt/slides/slide4.xml" Id="R948fcc22706b4119" /><Relationship Type="http://schemas.openxmlformats.org/officeDocument/2006/relationships/slide" Target="/ppt/slides/slide5.xml" Id="R54224d0aaebd4611" /><Relationship Type="http://schemas.openxmlformats.org/officeDocument/2006/relationships/slide" Target="/ppt/slides/slide6.xml" Id="Rd46d19ab4f4449ef" /><Relationship Type="http://schemas.openxmlformats.org/officeDocument/2006/relationships/slide" Target="/ppt/slides/slide7.xml" Id="R7476706f3e014dfc" /><Relationship Type="http://schemas.openxmlformats.org/officeDocument/2006/relationships/slide" Target="/ppt/slides/slide8.xml" Id="Ra4104c2ab2d946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f48e5fec1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d308c8adbc4852" /><Relationship Type="http://schemas.openxmlformats.org/officeDocument/2006/relationships/notesMaster" Target="/ppt/notesMasters/notesMaster1.xml" Id="Rc16ca9c60404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b9306afff94279" /><Relationship Type="http://schemas.openxmlformats.org/officeDocument/2006/relationships/notesMaster" Target="/ppt/notesMasters/notesMaster1.xml" Id="Rf97dcd04bcec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14bfc949a481d" /><Relationship Type="http://schemas.openxmlformats.org/officeDocument/2006/relationships/notesMaster" Target="/ppt/notesMasters/notesMaster1.xml" Id="Rf0a1af3528ef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bcb3ff55654f62" /><Relationship Type="http://schemas.openxmlformats.org/officeDocument/2006/relationships/notesMaster" Target="/ppt/notesMasters/notesMaster1.xml" Id="R81b41f9dffcf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3825c2e844979" /><Relationship Type="http://schemas.openxmlformats.org/officeDocument/2006/relationships/notesMaster" Target="/ppt/notesMasters/notesMaster1.xml" Id="R3d699fdab02240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b257aa7a094133" /><Relationship Type="http://schemas.openxmlformats.org/officeDocument/2006/relationships/notesMaster" Target="/ppt/notesMasters/notesMaster1.xml" Id="Rae4972f2b1e5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8727aeddc4700" /><Relationship Type="http://schemas.openxmlformats.org/officeDocument/2006/relationships/notesMaster" Target="/ppt/notesMasters/notesMaster1.xml" Id="Rcbbb58e96cbe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cd941ba25c4869" /><Relationship Type="http://schemas.openxmlformats.org/officeDocument/2006/relationships/notesMaster" Target="/ppt/notesMasters/notesMaster1.xml" Id="R7116d63695e8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a174b36f14608" /><Relationship Type="http://schemas.openxmlformats.org/officeDocument/2006/relationships/image" Target="/ppt/media/image2.png" Id="R484a3c671a894043" /><Relationship Type="http://schemas.openxmlformats.org/officeDocument/2006/relationships/image" Target="/ppt/media/image3.png" Id="Rf38c7fe4e87540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fbe5970de412c" /><Relationship Type="http://schemas.openxmlformats.org/officeDocument/2006/relationships/image" Target="/ppt/media/image4.png" Id="Rf2b780f28c8642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d2c59f8e94f3b" /><Relationship Type="http://schemas.openxmlformats.org/officeDocument/2006/relationships/image" Target="/ppt/media/image5.png" Id="Rcbcb8fb30bf94849" /><Relationship Type="http://schemas.openxmlformats.org/officeDocument/2006/relationships/image" Target="/ppt/media/image6.png" Id="R7212cbc73ac849df" /><Relationship Type="http://schemas.openxmlformats.org/officeDocument/2006/relationships/image" Target="/ppt/media/image7.png" Id="R506eb15cac9a48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f19a4c8ca4b8d" /><Relationship Type="http://schemas.openxmlformats.org/officeDocument/2006/relationships/image" Target="/ppt/media/image.png" Id="Rb083b8f046df4a10" /><Relationship Type="http://schemas.openxmlformats.org/officeDocument/2006/relationships/image" Target="/ppt/media/image8.png" Id="Rbab668efbb324f01" /><Relationship Type="http://schemas.openxmlformats.org/officeDocument/2006/relationships/image" Target="/ppt/media/image4.png" Id="R75223a3db25e4c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074e3efcd4168" /><Relationship Type="http://schemas.openxmlformats.org/officeDocument/2006/relationships/image" Target="/ppt/media/image9.png" Id="R9f392240b33e4d63" /><Relationship Type="http://schemas.openxmlformats.org/officeDocument/2006/relationships/image" Target="/ppt/media/image10.png" Id="R94789184817c48de" /><Relationship Type="http://schemas.openxmlformats.org/officeDocument/2006/relationships/image" Target="/ppt/media/image11.png" Id="Rc5a5c6eb05d64c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3fd893b4449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e3589055b46ed" /><Relationship Type="http://schemas.openxmlformats.org/officeDocument/2006/relationships/image" Target="/ppt/media/image11.png" Id="R8919f9fe72f344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24bf1a22d4af3" /><Relationship Type="http://schemas.openxmlformats.org/officeDocument/2006/relationships/image" Target="/ppt/media/image11.png" Id="Rea3fee7dd78b45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aa931381b4d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21a9f474b4fc1" /><Relationship Type="http://schemas.openxmlformats.org/officeDocument/2006/relationships/image" Target="/ppt/media/image11.png" Id="R719339e2a09e4ef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ed356f02940ff" /><Relationship Type="http://schemas.openxmlformats.org/officeDocument/2006/relationships/image" Target="/ppt/media/image11.png" Id="R97c3ac0aa4f94f0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acc5dce0f476b" /><Relationship Type="http://schemas.openxmlformats.org/officeDocument/2006/relationships/image" Target="/ppt/media/image12.png" Id="Rc3d90f3e4e69428f" /><Relationship Type="http://schemas.openxmlformats.org/officeDocument/2006/relationships/image" Target="/ppt/media/image11.png" Id="Rad8456da6584493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4694ac312461e" /><Relationship Type="http://schemas.openxmlformats.org/officeDocument/2006/relationships/image" Target="/ppt/media/image13.png" Id="Rd4f53d1b6f9243f7" /><Relationship Type="http://schemas.openxmlformats.org/officeDocument/2006/relationships/image" Target="/ppt/media/image11.png" Id="Rd0dcd2b902ad445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7e1f687db42e9" /><Relationship Type="http://schemas.openxmlformats.org/officeDocument/2006/relationships/image" Target="/ppt/media/image14.png" Id="Rf70988a028be45e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b2d9fa3014496" /><Relationship Type="http://schemas.openxmlformats.org/officeDocument/2006/relationships/image" Target="/ppt/media/image11.png" Id="Ra4a219142d204f6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132ef72934bee" /><Relationship Type="http://schemas.openxmlformats.org/officeDocument/2006/relationships/image" Target="/ppt/media/image11.png" Id="R21c8ce11105244f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f6045d97f4210" /><Relationship Type="http://schemas.openxmlformats.org/officeDocument/2006/relationships/image" Target="/ppt/media/image11.png" Id="Reff2de72319a461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04f29c7964c2d" /><Relationship Type="http://schemas.openxmlformats.org/officeDocument/2006/relationships/image" Target="/ppt/media/image11.png" Id="Rc53baafed105439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9b7a372fb49c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d1796e8704142" /><Relationship Type="http://schemas.openxmlformats.org/officeDocument/2006/relationships/image" Target="/ppt/media/image11.png" Id="R24bc035181244f5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95bd0676b4663" /><Relationship Type="http://schemas.openxmlformats.org/officeDocument/2006/relationships/image" Target="/ppt/media/image11.png" Id="R7d5e288c0bc145d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961aff4934020" /><Relationship Type="http://schemas.openxmlformats.org/officeDocument/2006/relationships/image" Target="/ppt/media/image15.png" Id="R023b1f8f82eb4ed6" /><Relationship Type="http://schemas.openxmlformats.org/officeDocument/2006/relationships/image" Target="/ppt/media/image11.png" Id="Re41e1596582d404d" /></Relationships>
</file>

<file path=ppt/slideLayouts/slideLayout1.xml><?xml version="1.0" encoding="utf-8"?>
<p:sldLayout xmlns:p="http://schemas.openxmlformats.org/presentationml/2006/main" showMasterSp="0" matchingName="Section Header">
  <p:cSld name="Section Header">
    <p:bg>
      <p:bgPr>
        <a:solidFill xmlns:a="http://schemas.openxmlformats.org/drawingml/2006/main">
          <a:srgbClr val="0BA2B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4a3c671a8940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9770" y="5461000"/>
            <a:ext cx="15240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Google Shape;12;p9">
            <a:extLst xmlns:a="http://schemas.openxmlformats.org/drawingml/2006/main">
              <a:ext uri="{FF2B5EF4-FFF2-40B4-BE49-F238E27FC236}">
                <a16:creationId xmlns:a16="http://schemas.microsoft.com/office/drawing/2014/main" id="{224DF96C-4E74-4E52-BED7-9004D83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3" name="Google Shape;13;p9">
            <a:extLst xmlns:a="http://schemas.openxmlformats.org/drawingml/2006/main">
              <a:ext uri="{FF2B5EF4-FFF2-40B4-BE49-F238E27FC236}">
                <a16:creationId xmlns:a16="http://schemas.microsoft.com/office/drawing/2014/main" id="{823B55D4-3E0F-4025-91B0-3D0BDCE66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86454"/>
            <a:ext cx="8280000" cy="451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" name="Google Shape;14;p9">
            <a:extLst xmlns:a="http://schemas.openxmlformats.org/drawingml/2006/main">
              <a:ext uri="{FF2B5EF4-FFF2-40B4-BE49-F238E27FC236}">
                <a16:creationId xmlns:a16="http://schemas.microsoft.com/office/drawing/2014/main" id="{66CE819C-5F4C-4383-A00F-31499717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" name="Google Shape;15;p9">
            <a:extLst xmlns:a="http://schemas.openxmlformats.org/drawingml/2006/main">
              <a:ext uri="{FF2B5EF4-FFF2-40B4-BE49-F238E27FC236}">
                <a16:creationId xmlns:a16="http://schemas.microsoft.com/office/drawing/2014/main" id="{15041B28-9283-4537-8F6B-B0DEA57FA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800" y="4843803"/>
            <a:ext cx="8280000" cy="1037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16" name="Google Shape;16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8c7fe4e87540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16196" y="435122"/>
            <a:ext cx="1116970" cy="36366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Slide with logo">
  <p:cSld name="Slide with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0">
            <a:extLst xmlns:a="http://schemas.openxmlformats.org/drawingml/2006/main">
              <a:ext uri="{FF2B5EF4-FFF2-40B4-BE49-F238E27FC236}">
                <a16:creationId xmlns:a16="http://schemas.microsoft.com/office/drawing/2014/main" id="{7CBD068F-FD5D-4618-A506-0566B9C75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" name="Google Shape;19;p10">
            <a:extLst xmlns:a="http://schemas.openxmlformats.org/drawingml/2006/main">
              <a:ext uri="{FF2B5EF4-FFF2-40B4-BE49-F238E27FC236}">
                <a16:creationId xmlns:a16="http://schemas.microsoft.com/office/drawing/2014/main" id="{F8BD7F34-306A-47C6-B16B-F19B5A6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948" y="1240221"/>
            <a:ext cx="1481958" cy="6726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0" name="Google Shape;2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b780f28c8642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Title and 2 Contents">
  <p:cSld name="Title and 2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2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cb8fb30bf948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89650" y="0"/>
            <a:ext cx="6089650" cy="20875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2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12cbc73ac849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2692400"/>
            <a:ext cx="4178300" cy="4165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Google Shape;24;p11">
            <a:extLst xmlns:a="http://schemas.openxmlformats.org/drawingml/2006/main">
              <a:ext uri="{FF2B5EF4-FFF2-40B4-BE49-F238E27FC236}">
                <a16:creationId xmlns:a16="http://schemas.microsoft.com/office/drawing/2014/main" id="{FDD844A9-93A4-4E0B-AD21-A151723F1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11">
            <a:extLst xmlns:a="http://schemas.openxmlformats.org/drawingml/2006/main">
              <a:ext uri="{FF2B5EF4-FFF2-40B4-BE49-F238E27FC236}">
                <a16:creationId xmlns:a16="http://schemas.microsoft.com/office/drawing/2014/main" id="{9D35335E-6480-4266-ABF6-BDFC5F5CB0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6" name="Google Shape;26;p11">
            <a:extLst xmlns:a="http://schemas.openxmlformats.org/drawingml/2006/main">
              <a:ext uri="{FF2B5EF4-FFF2-40B4-BE49-F238E27FC236}">
                <a16:creationId xmlns:a16="http://schemas.microsoft.com/office/drawing/2014/main" id="{A49FADA7-8E7E-4098-B1A9-EEF55B622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7" name="Google Shape;27;p11">
            <a:extLst xmlns:a="http://schemas.openxmlformats.org/drawingml/2006/main">
              <a:ext uri="{FF2B5EF4-FFF2-40B4-BE49-F238E27FC236}">
                <a16:creationId xmlns:a16="http://schemas.microsoft.com/office/drawing/2014/main" id="{0EC0961C-11E5-403A-B629-FD7223E8A6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8" name="Google Shape;28;p11">
            <a:extLst xmlns:a="http://schemas.openxmlformats.org/drawingml/2006/main">
              <a:ext uri="{FF2B5EF4-FFF2-40B4-BE49-F238E27FC236}">
                <a16:creationId xmlns:a16="http://schemas.microsoft.com/office/drawing/2014/main" id="{04064385-0037-47CD-B687-01991229B2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9" name="Google Shape;29;p11">
            <a:extLst xmlns:a="http://schemas.openxmlformats.org/drawingml/2006/main">
              <a:ext uri="{FF2B5EF4-FFF2-40B4-BE49-F238E27FC236}">
                <a16:creationId xmlns:a16="http://schemas.microsoft.com/office/drawing/2014/main" id="{12018DE7-0F2C-4038-B6CE-FAFA1ED2F9C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799999"/>
            <a:ext cx="504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0" name="Google Shape;30;p11">
            <a:extLst xmlns:a="http://schemas.openxmlformats.org/drawingml/2006/main">
              <a:ext uri="{FF2B5EF4-FFF2-40B4-BE49-F238E27FC236}">
                <a16:creationId xmlns:a16="http://schemas.microsoft.com/office/drawing/2014/main" id="{0FDBECAB-64A5-4938-9229-EA8C215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" name="Google Shape;3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6eb15cac9a48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7661" y="404660"/>
            <a:ext cx="1063903" cy="346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showMasterSp="0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2">
            <a:extLst xmlns:a="http://schemas.openxmlformats.org/drawingml/2006/main">
              <a:ext uri="{FF2B5EF4-FFF2-40B4-BE49-F238E27FC236}">
                <a16:creationId xmlns:a16="http://schemas.microsoft.com/office/drawing/2014/main" id="{E1114245-69C2-45FF-92E7-824213FA3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5128" y="4640687"/>
            <a:ext cx="9000000" cy="457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pic>
        <p:nvPicPr>
          <p:cNvPr id="34" name="Google Shape;34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83b8f046df4a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12">
            <a:extLst xmlns:a="http://schemas.openxmlformats.org/drawingml/2006/main">
              <a:ext uri="{FF2B5EF4-FFF2-40B4-BE49-F238E27FC236}">
                <a16:creationId xmlns:a16="http://schemas.microsoft.com/office/drawing/2014/main" id="{FE09D674-FA47-4BE6-AFDD-5F35523C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" name="Google Shape;36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b668efbb324f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3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223a3db25e4c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29023" y="362581"/>
            <a:ext cx="1150883" cy="4305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showMasterSp="0" matchingName="Title Slide">
  <p:cSld name="Title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39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392240b33e4d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97670" y="5461000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4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789184817c48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529" y="190499"/>
            <a:ext cx="1816100" cy="1206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" name="Google Shape;41;p13">
            <a:extLst xmlns:a="http://schemas.openxmlformats.org/drawingml/2006/main">
              <a:ext uri="{FF2B5EF4-FFF2-40B4-BE49-F238E27FC236}">
                <a16:creationId xmlns:a16="http://schemas.microsoft.com/office/drawing/2014/main" id="{3B49D351-B0C8-4E14-8DCF-D12777F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9D107B11-A90E-46E9-9049-9813A5F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F77363FB-685A-48B7-B4FF-B31A58B010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5850000"/>
            <a:ext cx="3818481" cy="630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rgbClr val="A32200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4" name="Google Shape;44;p13">
            <a:extLst xmlns:a="http://schemas.openxmlformats.org/drawingml/2006/main">
              <a:ext uri="{FF2B5EF4-FFF2-40B4-BE49-F238E27FC236}">
                <a16:creationId xmlns:a16="http://schemas.microsoft.com/office/drawing/2014/main" id="{C2729925-6937-45C4-99B9-58A7816C11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0800" y="4574120"/>
            <a:ext cx="8822225" cy="914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5" name="Google Shape;45;p13">
            <a:extLst xmlns:a="http://schemas.openxmlformats.org/drawingml/2006/main">
              <a:ext uri="{FF2B5EF4-FFF2-40B4-BE49-F238E27FC236}">
                <a16:creationId xmlns:a16="http://schemas.microsoft.com/office/drawing/2014/main" id="{19E0ECBA-0666-47ED-9148-B95AB0326F5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44227" y="2845823"/>
            <a:ext cx="8820000" cy="1513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None/>
              <a:defRPr sz="60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46" name="Google Shape;46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a5c6eb05d64c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21449" y="507429"/>
            <a:ext cx="1496116" cy="7480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4">
            <a:extLst xmlns:a="http://schemas.openxmlformats.org/drawingml/2006/main">
              <a:ext uri="{FF2B5EF4-FFF2-40B4-BE49-F238E27FC236}">
                <a16:creationId xmlns:a16="http://schemas.microsoft.com/office/drawing/2014/main" id="{387E5AF7-B76B-4873-BA2E-BF71A22C18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4">
            <a:extLst xmlns:a="http://schemas.openxmlformats.org/drawingml/2006/main">
              <a:ext uri="{FF2B5EF4-FFF2-40B4-BE49-F238E27FC236}">
                <a16:creationId xmlns:a16="http://schemas.microsoft.com/office/drawing/2014/main" id="{2B0DD99A-5228-4F5D-BB1E-8BADC54BF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0" name="Google Shape;50;p14">
            <a:extLst xmlns:a="http://schemas.openxmlformats.org/drawingml/2006/main">
              <a:ext uri="{FF2B5EF4-FFF2-40B4-BE49-F238E27FC236}">
                <a16:creationId xmlns:a16="http://schemas.microsoft.com/office/drawing/2014/main" id="{981E75CD-8CF4-4B66-9F53-9846484781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1" name="Google Shape;51;p14">
            <a:extLst xmlns:a="http://schemas.openxmlformats.org/drawingml/2006/main">
              <a:ext uri="{FF2B5EF4-FFF2-40B4-BE49-F238E27FC236}">
                <a16:creationId xmlns:a16="http://schemas.microsoft.com/office/drawing/2014/main" id="{F1B7E86C-F187-4616-9BF6-45D8478B09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showMasterSp="0" matchingName="Title and Content Dark">
  <p:cSld name="Title and Content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5">
            <a:extLst xmlns:a="http://schemas.openxmlformats.org/drawingml/2006/main">
              <a:ext uri="{FF2B5EF4-FFF2-40B4-BE49-F238E27FC236}">
                <a16:creationId xmlns:a16="http://schemas.microsoft.com/office/drawing/2014/main" id="{C0F9CEAD-F283-4522-BF09-B1BEB786D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15">
            <a:extLst xmlns:a="http://schemas.openxmlformats.org/drawingml/2006/main">
              <a:ext uri="{FF2B5EF4-FFF2-40B4-BE49-F238E27FC236}">
                <a16:creationId xmlns:a16="http://schemas.microsoft.com/office/drawing/2014/main" id="{A565ED12-6ED1-4B38-9D33-B96AB68F27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5" name="Google Shape;55;p15">
            <a:extLst xmlns:a="http://schemas.openxmlformats.org/drawingml/2006/main">
              <a:ext uri="{FF2B5EF4-FFF2-40B4-BE49-F238E27FC236}">
                <a16:creationId xmlns:a16="http://schemas.microsoft.com/office/drawing/2014/main" id="{0C3B95FB-A500-4598-9A72-B9879A5BD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6" name="Google Shape;56;p15">
            <a:extLst xmlns:a="http://schemas.openxmlformats.org/drawingml/2006/main">
              <a:ext uri="{FF2B5EF4-FFF2-40B4-BE49-F238E27FC236}">
                <a16:creationId xmlns:a16="http://schemas.microsoft.com/office/drawing/2014/main" id="{AAF1FF2E-2C22-4016-A9C4-C686E2E851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E95CA2E1-1EB2-4872-B696-9DF18A58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58" name="Google Shape;5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19f9fe72f344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showMasterSp="0" matchingName="1_Title and Content Teal">
  <p:cSld name="1_Title and Content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B7B98A25-0992-43A1-A670-FB1B37F2C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16">
            <a:extLst xmlns:a="http://schemas.openxmlformats.org/drawingml/2006/main">
              <a:ext uri="{FF2B5EF4-FFF2-40B4-BE49-F238E27FC236}">
                <a16:creationId xmlns:a16="http://schemas.microsoft.com/office/drawing/2014/main" id="{371D15B0-50E8-4A80-9A7C-69F19E73AF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59DE4807-3CC5-4F76-AFB6-94C59AA09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B6EE1837-4048-45B3-B2C3-277FF13B8A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0000" y="1799999"/>
            <a:ext cx="90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9157482C-DCE5-4873-94AA-9D11100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5" name="Google Shape;6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3fee7dd78b45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Headline only">
  <p:cSld name="Headlin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358FC97E-E269-42FA-9FEC-59097C128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EAB20F9B-5AF8-4480-8859-06CE5E2D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matchingName="Headline only Dark">
  <p:cSld name="Headline only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8">
            <a:extLst xmlns:a="http://schemas.openxmlformats.org/drawingml/2006/main">
              <a:ext uri="{FF2B5EF4-FFF2-40B4-BE49-F238E27FC236}">
                <a16:creationId xmlns:a16="http://schemas.microsoft.com/office/drawing/2014/main" id="{E9133FEA-77E7-45AD-9E58-5E0642FFD4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A62295F7-8C34-4ED0-919F-28A4B4B6B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70C2749B-6774-4834-A271-A801AF2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3" name="Google Shape;7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9339e2a09e4e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showMasterSp="0" matchingName="1_Headline only Teal">
  <p:cSld name="1_Headline only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4E9B97F1-4013-454F-94FC-1A7A07F8F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4F5793AD-ABEE-4CF3-9A42-303D96CA39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7" name="Google Shape;77;p19">
            <a:extLst xmlns:a="http://schemas.openxmlformats.org/drawingml/2006/main">
              <a:ext uri="{FF2B5EF4-FFF2-40B4-BE49-F238E27FC236}">
                <a16:creationId xmlns:a16="http://schemas.microsoft.com/office/drawing/2014/main" id="{E9B9F5D3-A896-425C-8D65-5EAF30E0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78" name="Google Shape;7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c3ac0aa4f94f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showMasterSp="0" matchingName="Comparison">
  <p:cSld name="Compariso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8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d90f3e4e6942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7567885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20">
            <a:extLst xmlns:a="http://schemas.openxmlformats.org/drawingml/2006/main">
              <a:ext uri="{FF2B5EF4-FFF2-40B4-BE49-F238E27FC236}">
                <a16:creationId xmlns:a16="http://schemas.microsoft.com/office/drawing/2014/main" id="{9FE79FDC-7320-4F4E-ADF5-CC23512CB7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2" name="Google Shape;82;p20">
            <a:extLst xmlns:a="http://schemas.openxmlformats.org/drawingml/2006/main">
              <a:ext uri="{FF2B5EF4-FFF2-40B4-BE49-F238E27FC236}">
                <a16:creationId xmlns:a16="http://schemas.microsoft.com/office/drawing/2014/main" id="{F709F0EF-143D-4746-AF9B-8AE87B37B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1674394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0">
            <a:extLst xmlns:a="http://schemas.openxmlformats.org/drawingml/2006/main">
              <a:ext uri="{FF2B5EF4-FFF2-40B4-BE49-F238E27FC236}">
                <a16:creationId xmlns:a16="http://schemas.microsoft.com/office/drawing/2014/main" id="{C5494217-7347-4E97-B556-E04863DAA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80000" y="1674393"/>
            <a:ext cx="50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4" name="Google Shape;84;p20">
            <a:extLst xmlns:a="http://schemas.openxmlformats.org/drawingml/2006/main">
              <a:ext uri="{FF2B5EF4-FFF2-40B4-BE49-F238E27FC236}">
                <a16:creationId xmlns:a16="http://schemas.microsoft.com/office/drawing/2014/main" id="{5E6E4E79-3341-45D1-A59A-64BEAAFD75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8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5" name="Google Shape;85;p20">
            <a:extLst xmlns:a="http://schemas.openxmlformats.org/drawingml/2006/main">
              <a:ext uri="{FF2B5EF4-FFF2-40B4-BE49-F238E27FC236}">
                <a16:creationId xmlns:a16="http://schemas.microsoft.com/office/drawing/2014/main" id="{AD72B8EE-50CC-4F0D-99A8-132827B5D3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2834245"/>
            <a:ext cx="5040000" cy="32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3528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00880A6E-1A88-40BB-B6E0-35C5129A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87" name="Google Shape;8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8456da658449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showMasterSp="0" matchingName="Quote Slide">
  <p:cSld name="Quote Slide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EED26616-B8E1-4F73-8281-E6C49EC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946" y="4955133"/>
            <a:ext cx="2120057" cy="1"/>
          </a:xfrm>
          <a:custGeom xmlns:a="http://schemas.openxmlformats.org/drawingml/2006/main">
            <a:rect l="l" t="t" r="r" b="b"/>
            <a:pathLst>
              <a:path w="21600" h="1200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0" name="Google Shape;90;p21">
            <a:extLst xmlns:a="http://schemas.openxmlformats.org/drawingml/2006/main">
              <a:ext uri="{FF2B5EF4-FFF2-40B4-BE49-F238E27FC236}">
                <a16:creationId xmlns:a16="http://schemas.microsoft.com/office/drawing/2014/main" id="{2B7C88FD-EB31-4C80-989E-4586C818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4" y="2179914"/>
            <a:ext cx="239177" cy="32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91" name="Google Shape;91;p21">
            <a:extLst xmlns:a="http://schemas.openxmlformats.org/drawingml/2006/main">
              <a:ext uri="{FF2B5EF4-FFF2-40B4-BE49-F238E27FC236}">
                <a16:creationId xmlns:a16="http://schemas.microsoft.com/office/drawing/2014/main" id="{1E354620-02FC-4D25-8829-733AC67A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21">
            <a:extLst xmlns:a="http://schemas.openxmlformats.org/drawingml/2006/main">
              <a:ext uri="{FF2B5EF4-FFF2-40B4-BE49-F238E27FC236}">
                <a16:creationId xmlns:a16="http://schemas.microsoft.com/office/drawing/2014/main" id="{5C04438B-3C35-403D-B24E-1D5EB458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66432" y="5569929"/>
            <a:ext cx="505472" cy="505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2B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21">
            <a:extLst xmlns:a="http://schemas.openxmlformats.org/drawingml/2006/main">
              <a:ext uri="{FF2B5EF4-FFF2-40B4-BE49-F238E27FC236}">
                <a16:creationId xmlns:a16="http://schemas.microsoft.com/office/drawing/2014/main" id="{332E7060-15DD-4367-98F0-DF16E76FF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1200" y="2187168"/>
            <a:ext cx="8405525" cy="1977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p21">
            <a:extLst xmlns:a="http://schemas.openxmlformats.org/drawingml/2006/main">
              <a:ext uri="{FF2B5EF4-FFF2-40B4-BE49-F238E27FC236}">
                <a16:creationId xmlns:a16="http://schemas.microsoft.com/office/drawing/2014/main" id="{388B5620-349B-46C4-A625-E01906A82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91200" y="4421963"/>
            <a:ext cx="7025229" cy="83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5" name="Google Shape;9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f53d1b6f9243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74886" y="5067046"/>
            <a:ext cx="2006600" cy="100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6" name="Google Shape;9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dcd2b902ad44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Content with photo">
  <p:cSld name="Content with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22">
            <a:extLst xmlns:a="http://schemas.openxmlformats.org/drawingml/2006/main">
              <a:ext uri="{FF2B5EF4-FFF2-40B4-BE49-F238E27FC236}">
                <a16:creationId xmlns:a16="http://schemas.microsoft.com/office/drawing/2014/main" id="{CD4EA78F-9A34-4869-8ADA-604F862088E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37500" y="1447601"/>
            <a:ext cx="4241800" cy="541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9" name="Google Shape;99;p22">
            <a:extLst xmlns:a="http://schemas.openxmlformats.org/drawingml/2006/main">
              <a:ext uri="{FF2B5EF4-FFF2-40B4-BE49-F238E27FC236}">
                <a16:creationId xmlns:a16="http://schemas.microsoft.com/office/drawing/2014/main" id="{4D6DDD25-F479-44EF-9C5A-320C81338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0" name="Google Shape;100;p22">
            <a:extLst xmlns:a="http://schemas.openxmlformats.org/drawingml/2006/main">
              <a:ext uri="{FF2B5EF4-FFF2-40B4-BE49-F238E27FC236}">
                <a16:creationId xmlns:a16="http://schemas.microsoft.com/office/drawing/2014/main" id="{05B6462B-274E-4CFD-942E-29DD21F3E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3054A8BB-CCDF-4893-B5B0-35BDAC565F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2pPr>
            <a:lvl3pPr marL="1371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400" b="0" i="0" u="none" cap="none">
                <a:solidFill>
                  <a:srgbClr val="17232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B760A67B-9DE6-476F-9086-5F5CE15097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0000" y="1799999"/>
            <a:ext cx="72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03" name="Google Shape;10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0988a028be45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37500" y="3935445"/>
            <a:ext cx="965200" cy="965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Google Shape;104;p22">
            <a:extLst xmlns:a="http://schemas.openxmlformats.org/drawingml/2006/main">
              <a:ext uri="{FF2B5EF4-FFF2-40B4-BE49-F238E27FC236}">
                <a16:creationId xmlns:a16="http://schemas.microsoft.com/office/drawing/2014/main" id="{B85CDD3C-BBFF-4E16-90A7-F278E852C36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793987" y="4888595"/>
            <a:ext cx="6980036" cy="19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2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500" tIns="317500" rIns="317500" bIns="317500" anchor="t">
            <a:noAutofit/>
          </a:bodyPr>
          <a:lstStyle xmlns:a="http://schemas.openxmlformats.org/drawingml/2006/main">
            <a:lvl1pPr marL="457200" indent="-22860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  <a:defRPr sz="1900" b="1" i="0" u="non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35249F5E-FA12-4DE2-9227-33B0E4D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matchingName="TOC Slide 4">
  <p:cSld name="TOC Slide 4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3">
            <a:extLst xmlns:a="http://schemas.openxmlformats.org/drawingml/2006/main">
              <a:ext uri="{FF2B5EF4-FFF2-40B4-BE49-F238E27FC236}">
                <a16:creationId xmlns:a16="http://schemas.microsoft.com/office/drawing/2014/main" id="{B6D0EF5B-595F-4A34-86F0-C776BBF9C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3">
            <a:extLst xmlns:a="http://schemas.openxmlformats.org/drawingml/2006/main">
              <a:ext uri="{FF2B5EF4-FFF2-40B4-BE49-F238E27FC236}">
                <a16:creationId xmlns:a16="http://schemas.microsoft.com/office/drawing/2014/main" id="{A5ACA2F8-0E1F-4034-A10F-6A556A215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9" name="Google Shape;109;p23">
            <a:extLst xmlns:a="http://schemas.openxmlformats.org/drawingml/2006/main">
              <a:ext uri="{FF2B5EF4-FFF2-40B4-BE49-F238E27FC236}">
                <a16:creationId xmlns:a16="http://schemas.microsoft.com/office/drawing/2014/main" id="{8BCC7701-CCD6-4628-8B14-87C927763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0" name="Google Shape;110;p23">
            <a:extLst xmlns:a="http://schemas.openxmlformats.org/drawingml/2006/main">
              <a:ext uri="{FF2B5EF4-FFF2-40B4-BE49-F238E27FC236}">
                <a16:creationId xmlns:a16="http://schemas.microsoft.com/office/drawing/2014/main" id="{E5626476-B1CE-4E44-9163-A753C6C7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37EE19C6-07A1-4B81-B277-9D5A2566CB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3F3CA937-7200-476C-B75E-043EBF2C8A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5CDE40B3-7F43-42C8-A2A9-118C33490EC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34451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14" name="Google Shape;11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a219142d204f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showMasterSp="0" matchingName="TOC Slide 8">
  <p:cSld name="TOC Slide 8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82FC78FA-96AC-49E3-B43C-427DF2E66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4">
            <a:extLst xmlns:a="http://schemas.openxmlformats.org/drawingml/2006/main">
              <a:ext uri="{FF2B5EF4-FFF2-40B4-BE49-F238E27FC236}">
                <a16:creationId xmlns:a16="http://schemas.microsoft.com/office/drawing/2014/main" id="{13372232-E4DB-4ACE-9A27-10F0642657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400648B7-463C-41AA-BDAF-77C8F034DB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9" name="Google Shape;119;p24">
            <a:extLst xmlns:a="http://schemas.openxmlformats.org/drawingml/2006/main">
              <a:ext uri="{FF2B5EF4-FFF2-40B4-BE49-F238E27FC236}">
                <a16:creationId xmlns:a16="http://schemas.microsoft.com/office/drawing/2014/main" id="{CCF362A4-FBFF-4D71-96DF-5C443240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FA48AE2D-90A0-425C-AE26-B87C8B3245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2999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368CD875-2ABF-4E33-8DC8-7F2813DC26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998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F67FABEB-0AF3-48FB-AB09-A980F7B43E1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969970" y="1565570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381EA154-69D0-40FA-9459-79DDD057689E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6000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59597E94-A10A-4D64-B5D9-9C5D35B80A1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22999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C53BE351-CF71-4A3A-BEDB-7375834543B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09998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549A7A70-7AE7-4076-8BF7-4C6B47E2E29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969970" y="4077072"/>
            <a:ext cx="252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8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27" name="Google Shape;127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8ce11105244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showMasterSp="0" matchingName="Agenda slide Table Dark">
  <p:cSld name="Agenda slide Table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25">
            <a:extLst xmlns:a="http://schemas.openxmlformats.org/drawingml/2006/main">
              <a:ext uri="{FF2B5EF4-FFF2-40B4-BE49-F238E27FC236}">
                <a16:creationId xmlns:a16="http://schemas.microsoft.com/office/drawing/2014/main" id="{71D07C7E-B868-4871-80DF-398F92E74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25">
            <a:extLst xmlns:a="http://schemas.openxmlformats.org/drawingml/2006/main">
              <a:ext uri="{FF2B5EF4-FFF2-40B4-BE49-F238E27FC236}">
                <a16:creationId xmlns:a16="http://schemas.microsoft.com/office/drawing/2014/main" id="{67A70D6C-B993-4963-9F6D-C231B3B8E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1" name="Google Shape;131;p25">
            <a:extLst xmlns:a="http://schemas.openxmlformats.org/drawingml/2006/main">
              <a:ext uri="{FF2B5EF4-FFF2-40B4-BE49-F238E27FC236}">
                <a16:creationId xmlns:a16="http://schemas.microsoft.com/office/drawing/2014/main" id="{1D7CD105-D4E6-4461-B265-02D194C4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2" name="Google Shape;132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f2de72319a46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showMasterSp="0" matchingName="Agenda slide Table">
  <p:cSld name="Agenda slide Table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26">
            <a:extLst xmlns:a="http://schemas.openxmlformats.org/drawingml/2006/main">
              <a:ext uri="{FF2B5EF4-FFF2-40B4-BE49-F238E27FC236}">
                <a16:creationId xmlns:a16="http://schemas.microsoft.com/office/drawing/2014/main" id="{676C559E-AD92-4FC9-94D9-60611EF9C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p26">
            <a:extLst xmlns:a="http://schemas.openxmlformats.org/drawingml/2006/main">
              <a:ext uri="{FF2B5EF4-FFF2-40B4-BE49-F238E27FC236}">
                <a16:creationId xmlns:a16="http://schemas.microsoft.com/office/drawing/2014/main" id="{7C1AA6CC-FC71-43B6-9FA9-2CBE7FA1C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6" name="Google Shape;136;p26">
            <a:extLst xmlns:a="http://schemas.openxmlformats.org/drawingml/2006/main">
              <a:ext uri="{FF2B5EF4-FFF2-40B4-BE49-F238E27FC236}">
                <a16:creationId xmlns:a16="http://schemas.microsoft.com/office/drawing/2014/main" id="{7A3D03FF-0EFE-4BC4-A1CC-8FBA49DC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7" name="Google Shape;13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3baafed10543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Statement">
  <p:cSld name="State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27">
            <a:extLst xmlns:a="http://schemas.openxmlformats.org/drawingml/2006/main">
              <a:ext uri="{FF2B5EF4-FFF2-40B4-BE49-F238E27FC236}">
                <a16:creationId xmlns:a16="http://schemas.microsoft.com/office/drawing/2014/main" id="{F646C6F7-3682-472F-AE72-3100439BE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27">
            <a:extLst xmlns:a="http://schemas.openxmlformats.org/drawingml/2006/main">
              <a:ext uri="{FF2B5EF4-FFF2-40B4-BE49-F238E27FC236}">
                <a16:creationId xmlns:a16="http://schemas.microsoft.com/office/drawing/2014/main" id="{82615D9E-DDDF-4155-98AC-EF47A577E2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1" name="Google Shape;141;p27">
            <a:extLst xmlns:a="http://schemas.openxmlformats.org/drawingml/2006/main">
              <a:ext uri="{FF2B5EF4-FFF2-40B4-BE49-F238E27FC236}">
                <a16:creationId xmlns:a16="http://schemas.microsoft.com/office/drawing/2014/main" id="{B06E1D4E-AC12-4DB7-8A84-40C4EDDD7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2" name="Google Shape;142;p27">
            <a:extLst xmlns:a="http://schemas.openxmlformats.org/drawingml/2006/main">
              <a:ext uri="{FF2B5EF4-FFF2-40B4-BE49-F238E27FC236}">
                <a16:creationId xmlns:a16="http://schemas.microsoft.com/office/drawing/2014/main" id="{84669448-DB6B-42B3-980E-2CA89B1494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08328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43" name="Google Shape;143;p27">
            <a:extLst xmlns:a="http://schemas.openxmlformats.org/drawingml/2006/main">
              <a:ext uri="{FF2B5EF4-FFF2-40B4-BE49-F238E27FC236}">
                <a16:creationId xmlns:a16="http://schemas.microsoft.com/office/drawing/2014/main" id="{40894EDA-0D9F-4E37-A4F2-6B9AB9F29F0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8256655" y="2610760"/>
            <a:ext cx="3478685" cy="21082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875" tIns="182875" rIns="182875" bIns="1828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2pPr>
            <a:lvl3pPr marL="13716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3pPr>
            <a:lvl4pPr marL="18288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4pPr>
            <a:lvl5pPr marL="22860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rgbClr val="B40000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showMasterSp="0" matchingName="Slide with logo Dark">
  <p:cSld name="Slide with logo Dark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8">
            <a:extLst xmlns:a="http://schemas.openxmlformats.org/drawingml/2006/main">
              <a:ext uri="{FF2B5EF4-FFF2-40B4-BE49-F238E27FC236}">
                <a16:creationId xmlns:a16="http://schemas.microsoft.com/office/drawing/2014/main" id="{368B43AC-1848-48F2-AED5-7040F3B79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46" name="Google Shape;146;p28">
            <a:extLst xmlns:a="http://schemas.openxmlformats.org/drawingml/2006/main">
              <a:ext uri="{FF2B5EF4-FFF2-40B4-BE49-F238E27FC236}">
                <a16:creationId xmlns:a16="http://schemas.microsoft.com/office/drawing/2014/main" id="{53E5A496-9639-4191-B43E-B82B91A6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47" name="Google Shape;147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bc035181244f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showMasterSp="0" matchingName="1_Slide with logo Teal">
  <p:cSld name="1_Slide with logo Teal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9">
            <a:extLst xmlns:a="http://schemas.openxmlformats.org/drawingml/2006/main">
              <a:ext uri="{FF2B5EF4-FFF2-40B4-BE49-F238E27FC236}">
                <a16:creationId xmlns:a16="http://schemas.microsoft.com/office/drawing/2014/main" id="{060E424A-778C-4BD4-B7E0-FEEC1E6841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0" name="Google Shape;150;p29">
            <a:extLst xmlns:a="http://schemas.openxmlformats.org/drawingml/2006/main">
              <a:ext uri="{FF2B5EF4-FFF2-40B4-BE49-F238E27FC236}">
                <a16:creationId xmlns:a16="http://schemas.microsoft.com/office/drawing/2014/main" id="{A98F4EFC-5EBA-4A3B-B4A1-EC52A600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1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1" name="Google Shape;151;p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5e288c0bc145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showMasterSp="0" matchingName="Thank You Slide">
  <p:cSld name="Thank You Slide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30">
            <a:extLst xmlns:a="http://schemas.openxmlformats.org/drawingml/2006/main">
              <a:ext uri="{FF2B5EF4-FFF2-40B4-BE49-F238E27FC236}">
                <a16:creationId xmlns:a16="http://schemas.microsoft.com/office/drawing/2014/main" id="{A0C56C29-1D55-40C4-8712-C0B70D8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9" y="190499"/>
            <a:ext cx="11848241" cy="647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54" name="Google Shape;15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3b1f8f82eb4e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348" y="393566"/>
            <a:ext cx="6557644" cy="35560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3204AE14-D0B0-4387-A13F-EE99DC9C00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538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6" name="Google Shape;156;p30">
            <a:extLst xmlns:a="http://schemas.openxmlformats.org/drawingml/2006/main">
              <a:ext uri="{FF2B5EF4-FFF2-40B4-BE49-F238E27FC236}">
                <a16:creationId xmlns:a16="http://schemas.microsoft.com/office/drawing/2014/main" id="{A79CD962-B9C6-40A3-9502-5769CDDAF6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3690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7" name="Google Shape;157;p30">
            <a:extLst xmlns:a="http://schemas.openxmlformats.org/drawingml/2006/main">
              <a:ext uri="{FF2B5EF4-FFF2-40B4-BE49-F238E27FC236}">
                <a16:creationId xmlns:a16="http://schemas.microsoft.com/office/drawing/2014/main" id="{A32F29A4-A6C2-4B37-A0CF-6EBD6AB711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329842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8" name="Google Shape;158;p30">
            <a:extLst xmlns:a="http://schemas.openxmlformats.org/drawingml/2006/main">
              <a:ext uri="{FF2B5EF4-FFF2-40B4-BE49-F238E27FC236}">
                <a16:creationId xmlns:a16="http://schemas.microsoft.com/office/drawing/2014/main" id="{C37F3BD0-40A6-4577-894A-8293416BEDA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9185994" y="429133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9" name="Google Shape;159;p30">
            <a:extLst xmlns:a="http://schemas.openxmlformats.org/drawingml/2006/main">
              <a:ext uri="{FF2B5EF4-FFF2-40B4-BE49-F238E27FC236}">
                <a16:creationId xmlns:a16="http://schemas.microsoft.com/office/drawing/2014/main" id="{18550990-647A-42B3-968A-DD0BBF4AF0E0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17538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0" name="Google Shape;160;p30">
            <a:extLst xmlns:a="http://schemas.openxmlformats.org/drawingml/2006/main">
              <a:ext uri="{FF2B5EF4-FFF2-40B4-BE49-F238E27FC236}">
                <a16:creationId xmlns:a16="http://schemas.microsoft.com/office/drawing/2014/main" id="{D8A9F2F7-F600-4768-A9B5-A33AD5F6BCE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473690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1" name="Google Shape;161;p30">
            <a:extLst xmlns:a="http://schemas.openxmlformats.org/drawingml/2006/main">
              <a:ext uri="{FF2B5EF4-FFF2-40B4-BE49-F238E27FC236}">
                <a16:creationId xmlns:a16="http://schemas.microsoft.com/office/drawing/2014/main" id="{15D8A54D-A66E-413D-A0D2-1F47C3169C9F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329842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62" name="Google Shape;162;p30">
            <a:extLst xmlns:a="http://schemas.openxmlformats.org/drawingml/2006/main">
              <a:ext uri="{FF2B5EF4-FFF2-40B4-BE49-F238E27FC236}">
                <a16:creationId xmlns:a16="http://schemas.microsoft.com/office/drawing/2014/main" id="{D9279B52-C2E4-45B6-94D2-21EB05AD2DD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9185994" y="4725144"/>
            <a:ext cx="23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•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har char="-"/>
              <a:defRPr sz="14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5pPr>
            <a:lvl6pPr marL="27432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6pPr>
            <a:lvl7pPr marL="32004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7pPr>
            <a:lvl8pPr marL="36576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8pPr>
            <a:lvl9pPr marL="4114800" indent="-30480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har char="•"/>
              <a:defRPr sz="1200" b="0" i="0" u="none" cap="none">
                <a:solidFill>
                  <a:srgbClr val="0075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63" name="Google Shape;16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1e1596582d40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5"/>
            <a:ext cx="835200" cy="4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93c509b59874355" /><Relationship Type="http://schemas.openxmlformats.org/officeDocument/2006/relationships/theme" Target="/ppt/slideMasters/theme/theme2.xml" Id="R17485aed34334c4f" /><Relationship Type="http://schemas.openxmlformats.org/officeDocument/2006/relationships/slideLayout" Target="/ppt/slideLayouts/slideLayout1.xml" Id="R108b104fa5fa4940" /><Relationship Type="http://schemas.openxmlformats.org/officeDocument/2006/relationships/slideLayout" Target="/ppt/slideLayouts/slideLayout2.xml" Id="Ra3111a6256374de9" /><Relationship Type="http://schemas.openxmlformats.org/officeDocument/2006/relationships/slideLayout" Target="/ppt/slideLayouts/slideLayout3.xml" Id="Ra4fe5b63f6214dff" /><Relationship Type="http://schemas.openxmlformats.org/officeDocument/2006/relationships/slideLayout" Target="/ppt/slideLayouts/slideLayout4.xml" Id="R1924b95fd1434236" /><Relationship Type="http://schemas.openxmlformats.org/officeDocument/2006/relationships/slideLayout" Target="/ppt/slideLayouts/slideLayout5.xml" Id="Reb7f20866fc3452a" /><Relationship Type="http://schemas.openxmlformats.org/officeDocument/2006/relationships/slideLayout" Target="/ppt/slideLayouts/slideLayout6.xml" Id="R5415f914d74c4dfb" /><Relationship Type="http://schemas.openxmlformats.org/officeDocument/2006/relationships/slideLayout" Target="/ppt/slideLayouts/slideLayout7.xml" Id="Rfa2bd2ff63ef4ed8" /><Relationship Type="http://schemas.openxmlformats.org/officeDocument/2006/relationships/slideLayout" Target="/ppt/slideLayouts/slideLayout8.xml" Id="Raf6c5897859f4ce9" /><Relationship Type="http://schemas.openxmlformats.org/officeDocument/2006/relationships/slideLayout" Target="/ppt/slideLayouts/slideLayout9.xml" Id="R55960276cfa942a7" /><Relationship Type="http://schemas.openxmlformats.org/officeDocument/2006/relationships/slideLayout" Target="/ppt/slideLayouts/slideLayout10.xml" Id="R9a690a64ce6643c1" /><Relationship Type="http://schemas.openxmlformats.org/officeDocument/2006/relationships/slideLayout" Target="/ppt/slideLayouts/slideLayout11.xml" Id="Rf8a67eca5c4e4039" /><Relationship Type="http://schemas.openxmlformats.org/officeDocument/2006/relationships/slideLayout" Target="/ppt/slideLayouts/slideLayout12.xml" Id="R231098b1d80a4b0d" /><Relationship Type="http://schemas.openxmlformats.org/officeDocument/2006/relationships/slideLayout" Target="/ppt/slideLayouts/slideLayout13.xml" Id="R5881fe661b124b89" /><Relationship Type="http://schemas.openxmlformats.org/officeDocument/2006/relationships/slideLayout" Target="/ppt/slideLayouts/slideLayout14.xml" Id="Rf760db0899064fe9" /><Relationship Type="http://schemas.openxmlformats.org/officeDocument/2006/relationships/slideLayout" Target="/ppt/slideLayouts/slideLayout15.xml" Id="R4e96ac96f9664ff5" /><Relationship Type="http://schemas.openxmlformats.org/officeDocument/2006/relationships/slideLayout" Target="/ppt/slideLayouts/slideLayout16.xml" Id="R5c0d70ad096e481f" /><Relationship Type="http://schemas.openxmlformats.org/officeDocument/2006/relationships/slideLayout" Target="/ppt/slideLayouts/slideLayout17.xml" Id="Racaf81aff6bc4087" /><Relationship Type="http://schemas.openxmlformats.org/officeDocument/2006/relationships/slideLayout" Target="/ppt/slideLayouts/slideLayout18.xml" Id="R0dac90986fb146ee" /><Relationship Type="http://schemas.openxmlformats.org/officeDocument/2006/relationships/slideLayout" Target="/ppt/slideLayouts/slideLayout19.xml" Id="R5015013d902e4112" /><Relationship Type="http://schemas.openxmlformats.org/officeDocument/2006/relationships/slideLayout" Target="/ppt/slideLayouts/slideLayout20.xml" Id="R0c7f2c38d4e740b3" /><Relationship Type="http://schemas.openxmlformats.org/officeDocument/2006/relationships/slideLayout" Target="/ppt/slideLayouts/slideLayout21.xml" Id="R9180359dc2da447b" /><Relationship Type="http://schemas.openxmlformats.org/officeDocument/2006/relationships/slideLayout" Target="/ppt/slideLayouts/slideLayout22.xml" Id="R2e63cd5949854ad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8">
            <a:extLst xmlns:a="http://schemas.openxmlformats.org/drawingml/2006/main">
              <a:ext uri="{FF2B5EF4-FFF2-40B4-BE49-F238E27FC236}">
                <a16:creationId xmlns:a16="http://schemas.microsoft.com/office/drawing/2014/main" id="{FB3074D3-7101-4B9F-A84A-A4FB7F783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" name="Google Shape;7;p8">
            <a:extLst xmlns:a="http://schemas.openxmlformats.org/drawingml/2006/main">
              <a:ext uri="{FF2B5EF4-FFF2-40B4-BE49-F238E27FC236}">
                <a16:creationId xmlns:a16="http://schemas.microsoft.com/office/drawing/2014/main" id="{2822EB4E-1544-4E63-9EA8-2761F9E1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" y="6761480"/>
            <a:ext cx="12178800" cy="96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" name="Google Shape;8;p8">
            <a:extLst xmlns:a="http://schemas.openxmlformats.org/drawingml/2006/main">
              <a:ext uri="{FF2B5EF4-FFF2-40B4-BE49-F238E27FC236}">
                <a16:creationId xmlns:a16="http://schemas.microsoft.com/office/drawing/2014/main" id="{EB43306C-F5EE-4C79-A370-87EB2157D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None/>
              <a:defRPr sz="19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9" name="Google Shape;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3c509b598743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897966" y="362286"/>
            <a:ext cx="833598" cy="416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b104fa5fa4940"/>
    <p:sldLayoutId xmlns:r="http://schemas.openxmlformats.org/officeDocument/2006/relationships" id="2147483650" r:id="Ra3111a6256374de9"/>
    <p:sldLayoutId xmlns:r="http://schemas.openxmlformats.org/officeDocument/2006/relationships" id="2147483651" r:id="Ra4fe5b63f6214dff"/>
    <p:sldLayoutId xmlns:r="http://schemas.openxmlformats.org/officeDocument/2006/relationships" id="2147483652" r:id="R1924b95fd1434236"/>
    <p:sldLayoutId xmlns:r="http://schemas.openxmlformats.org/officeDocument/2006/relationships" id="2147483653" r:id="Reb7f20866fc3452a"/>
    <p:sldLayoutId xmlns:r="http://schemas.openxmlformats.org/officeDocument/2006/relationships" id="2147483654" r:id="R5415f914d74c4dfb"/>
    <p:sldLayoutId xmlns:r="http://schemas.openxmlformats.org/officeDocument/2006/relationships" id="2147483655" r:id="Rfa2bd2ff63ef4ed8"/>
    <p:sldLayoutId xmlns:r="http://schemas.openxmlformats.org/officeDocument/2006/relationships" id="2147483656" r:id="Raf6c5897859f4ce9"/>
    <p:sldLayoutId xmlns:r="http://schemas.openxmlformats.org/officeDocument/2006/relationships" id="2147483657" r:id="R55960276cfa942a7"/>
    <p:sldLayoutId xmlns:r="http://schemas.openxmlformats.org/officeDocument/2006/relationships" id="2147483658" r:id="R9a690a64ce6643c1"/>
    <p:sldLayoutId xmlns:r="http://schemas.openxmlformats.org/officeDocument/2006/relationships" id="2147483659" r:id="Rf8a67eca5c4e4039"/>
    <p:sldLayoutId xmlns:r="http://schemas.openxmlformats.org/officeDocument/2006/relationships" id="2147483660" r:id="R231098b1d80a4b0d"/>
    <p:sldLayoutId xmlns:r="http://schemas.openxmlformats.org/officeDocument/2006/relationships" id="2147483661" r:id="R5881fe661b124b89"/>
    <p:sldLayoutId xmlns:r="http://schemas.openxmlformats.org/officeDocument/2006/relationships" id="2147483662" r:id="Rf760db0899064fe9"/>
    <p:sldLayoutId xmlns:r="http://schemas.openxmlformats.org/officeDocument/2006/relationships" id="2147483663" r:id="R4e96ac96f9664ff5"/>
    <p:sldLayoutId xmlns:r="http://schemas.openxmlformats.org/officeDocument/2006/relationships" id="2147483664" r:id="R5c0d70ad096e481f"/>
    <p:sldLayoutId xmlns:r="http://schemas.openxmlformats.org/officeDocument/2006/relationships" id="2147483665" r:id="Racaf81aff6bc4087"/>
    <p:sldLayoutId xmlns:r="http://schemas.openxmlformats.org/officeDocument/2006/relationships" id="2147483666" r:id="R0dac90986fb146ee"/>
    <p:sldLayoutId xmlns:r="http://schemas.openxmlformats.org/officeDocument/2006/relationships" id="2147483667" r:id="R5015013d902e4112"/>
    <p:sldLayoutId xmlns:r="http://schemas.openxmlformats.org/officeDocument/2006/relationships" id="2147483668" r:id="R0c7f2c38d4e740b3"/>
    <p:sldLayoutId xmlns:r="http://schemas.openxmlformats.org/officeDocument/2006/relationships" id="2147483669" r:id="R9180359dc2da447b"/>
    <p:sldLayoutId xmlns:r="http://schemas.openxmlformats.org/officeDocument/2006/relationships" id="2147483670" r:id="R2e63cd5949854ad9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b5e928a9b4ed0" /><Relationship Type="http://schemas.openxmlformats.org/officeDocument/2006/relationships/image" Target="/ppt/media/image16.png" Id="R422d26432a104c36" /><Relationship Type="http://schemas.openxmlformats.org/officeDocument/2006/relationships/notesSlide" Target="/ppt/notesSlides/notesSlide1.xml" Id="R99f881e9163f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e904c081034d32" /><Relationship Type="http://schemas.openxmlformats.org/officeDocument/2006/relationships/notesSlide" Target="/ppt/notesSlides/notesSlide2.xml" Id="R59515d0a6c3c42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1e185a29840b8" /><Relationship Type="http://schemas.openxmlformats.org/officeDocument/2006/relationships/notesSlide" Target="/ppt/notesSlides/notesSlide3.xml" Id="Ra431d6db5be44a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a9f23d9e04e59" /><Relationship Type="http://schemas.openxmlformats.org/officeDocument/2006/relationships/notesSlide" Target="/ppt/notesSlides/notesSlide4.xml" Id="Rf45bdd95ad7441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3abc403f7c467a" /><Relationship Type="http://schemas.openxmlformats.org/officeDocument/2006/relationships/notesSlide" Target="/ppt/notesSlides/notesSlide5.xml" Id="R2d394834e79e43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a9ed7d21c94986" /><Relationship Type="http://schemas.openxmlformats.org/officeDocument/2006/relationships/notesSlide" Target="/ppt/notesSlides/notesSlide6.xml" Id="R8f8daa1e236440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fa8f467c74005" /><Relationship Type="http://schemas.openxmlformats.org/officeDocument/2006/relationships/notesSlide" Target="/ppt/notesSlides/notesSlide7.xml" Id="Ra6384eca4bbc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b86954a6a4b423b" /><Relationship Type="http://schemas.openxmlformats.org/officeDocument/2006/relationships/notesSlide" Target="/ppt/notesSlides/notesSlide8.xml" Id="R47570f7a292543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">
            <a:extLst xmlns:a="http://schemas.openxmlformats.org/drawingml/2006/main">
              <a:ext uri="{FF2B5EF4-FFF2-40B4-BE49-F238E27FC236}">
                <a16:creationId xmlns:a16="http://schemas.microsoft.com/office/drawing/2014/main" id="{15E67E7E-C488-4F47-9397-A3AA5D7E9D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0800" y="3608250"/>
            <a:ext cx="9246600" cy="11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650">
                <a:solidFill>
                  <a:srgbClr val="111827"/>
                </a:solidFill>
              </a:defRPr>
            </a:pPr>
            <a:r>
              <a:rPr sz="1650">
                <a:solidFill>
                  <a:srgbClr val="111827"/>
                </a:solidFill>
                <a:highlight>
                  <a:srgbClr val="F0F6FC"/>
                </a:highlight>
              </a:rPr>
              <a:t>A UiPath-governed specialty-medication access product: agents assemble the work, humans approve clinical risk, and UiPath orchestrates the audit trail.</a:t>
            </a:r>
          </a:p>
        </p:txBody>
      </p:sp>
      <p:sp>
        <p:nvSpPr>
          <p:cNvPr id="169" name="Google Shape;169;p1">
            <a:extLst xmlns:a="http://schemas.openxmlformats.org/drawingml/2006/main">
              <a:ext uri="{FF2B5EF4-FFF2-40B4-BE49-F238E27FC236}">
                <a16:creationId xmlns:a16="http://schemas.microsoft.com/office/drawing/2014/main" id="{CCB4A520-917A-45E0-8940-E5A06700B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4800" y="1492775"/>
            <a:ext cx="8568000" cy="171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rgbClr val="FFFFFF"/>
                </a:solidFill>
              </a:defRPr>
            </a:pPr>
            <a:r>
              <a:rPr sz="4050" b="1" u="sng">
                <a:solidFill>
                  <a:srgbClr val="FFFFFF"/>
                </a:solidFill>
              </a:rPr>
              <a:t>Treatment Access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rgbClr val="FFFFFF"/>
                </a:solidFill>
              </a:defRPr>
            </a:pPr>
            <a:r>
              <a:rPr sz="4050" b="1" u="sng">
                <a:solidFill>
                  <a:srgbClr val="FFFFFF"/>
                </a:solidFill>
              </a:rPr>
              <a:t>Command Center</a:t>
            </a:r>
          </a:p>
        </p:txBody>
      </p:sp>
      <p:pic>
        <p:nvPicPr>
          <p:cNvPr id="173" name="Google Shape;170;p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d26432a104c3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6775" y="778600"/>
            <a:ext cx="3861067" cy="2171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01132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3">
            <a:extLst xmlns:a="http://schemas.openxmlformats.org/drawingml/2006/main">
              <a:ext uri="{FF2B5EF4-FFF2-40B4-BE49-F238E27FC236}">
                <a16:creationId xmlns:a16="http://schemas.microsoft.com/office/drawing/2014/main" id="{F13B78E3-0A65-4F96-ACEC-7886AC79C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Problem statement and proposed solution</a:t>
            </a:r>
          </a:p>
        </p:txBody>
      </p:sp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D962E26B-AB27-4B92-B7A2-E295EF6EA1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2598689-54C9-18A7-3A19-ED76AA08988F}" type="slidenum">
              <a:t>2</a:t>
            </a:fld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15D4D623-E4A2-4282-80F9-1D126DEB6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178" name="Google Shape;178;p3">
            <a:extLst xmlns:a="http://schemas.openxmlformats.org/drawingml/2006/main">
              <a:ext uri="{FF2B5EF4-FFF2-40B4-BE49-F238E27FC236}">
                <a16:creationId xmlns:a16="http://schemas.microsoft.com/office/drawing/2014/main" id="{1062F076-1F35-4D28-A30C-8CE6244EAC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9100" y="1952325"/>
            <a:ext cx="4616700" cy="45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Prior authorization delays specialty treatment because payer rules, chart evidence, clinician attestations, denials, appeals, and handoffs live in separate systems.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>
                <a:solidFill>
                  <a:srgbClr val="1D1D1F"/>
                </a:solidFill>
                <a:highlight>
                  <a:srgbClr val="FFFFFF"/>
                </a:highlight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  <a:highlight>
                  <a:srgbClr val="FFFFFF"/>
                </a:highlight>
              </a:rPr>
              <a:t>Physicians and staff spend about 13 hours a week on prior authorization, with roughly 40 requests per physician per week.</a:t>
            </a:r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01241005-205D-4BCA-8EBE-70E2BDFF0C0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Solution</a:t>
            </a:r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930BF36A-2D5C-4443-A536-BFC017F9381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800000"/>
            <a:ext cx="52557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Treatment Access Command Center turns prior authorization into a governed UiPath case. Seven specialist agents prepare source-backed work products, Action Center gates clinical approval, and UiPath preserves case state across APIs, robots, people, and audit records.</a:t>
            </a:r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70979090-6C7C-481E-962C-886AED6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1889"/>
            <a:ext cx="12179400" cy="3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753915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4">
            <a:extLst xmlns:a="http://schemas.openxmlformats.org/drawingml/2006/main">
              <a:ext uri="{FF2B5EF4-FFF2-40B4-BE49-F238E27FC236}">
                <a16:creationId xmlns:a16="http://schemas.microsoft.com/office/drawing/2014/main" id="{C8F1B770-D058-4F1E-84BF-07DAB1A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3" y="360000"/>
            <a:ext cx="9000000" cy="4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End-to-end workflow and impact</a:t>
            </a:r>
          </a:p>
        </p:txBody>
      </p:sp>
      <p:sp>
        <p:nvSpPr>
          <p:cNvPr id="187" name="Google Shape;187;p4">
            <a:extLst xmlns:a="http://schemas.openxmlformats.org/drawingml/2006/main">
              <a:ext uri="{FF2B5EF4-FFF2-40B4-BE49-F238E27FC236}">
                <a16:creationId xmlns:a16="http://schemas.microsoft.com/office/drawing/2014/main" id="{00AFAA83-A633-46F5-B1EC-203A4AEC97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02359C0-8A7A-196E-DD58-8E6569619F09}" type="slidenum">
              <a:t>3</a:t>
            </a:fld>
          </a:p>
        </p:txBody>
      </p:sp>
      <p:graphicFrame>
        <p:nvGraphicFramePr>
          <p:cNvPr id="196" name="Google Shape;188;p4"/>
          <p:cNvGraphicFramePr/>
          <p:nvPr/>
        </p:nvGraphicFramePr>
        <p:xfrm>
          <a:off xmlns:a="http://schemas.openxmlformats.org/drawingml/2006/main" x="259199" y="119618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End-user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Access coordinators, clinicians, pharmacy teams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Workflow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Specialty-medication prior authorization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Core case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Intake -&gt; evidence -&gt; signoff -&gt; payer -&gt; appeal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controls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Evidence, policy citation, or human approval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Less rework, faster packets, safer denials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>
            <a:extLst xmlns:a="http://schemas.openxmlformats.org/drawingml/2006/main">
              <a:ext uri="{FF2B5EF4-FFF2-40B4-BE49-F238E27FC236}">
                <a16:creationId xmlns:a16="http://schemas.microsoft.com/office/drawing/2014/main" id="{BAAC04DF-A566-4C25-9AB3-19CE1408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00" cy="6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0" name="Google Shape;190;p4">
            <a:extLst xmlns:a="http://schemas.openxmlformats.org/drawingml/2006/main">
              <a:ext uri="{FF2B5EF4-FFF2-40B4-BE49-F238E27FC236}">
                <a16:creationId xmlns:a16="http://schemas.microsoft.com/office/drawing/2014/main" id="{C94572F3-0796-49DB-B82C-535D71E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691" y="1016651"/>
            <a:ext cx="54978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the product improves</a:t>
            </a:r>
          </a:p>
        </p:txBody>
      </p:sp>
      <p:sp>
        <p:nvSpPr>
          <p:cNvPr id="191" name="Google Shape;191;p4">
            <a:extLst xmlns:a="http://schemas.openxmlformats.org/drawingml/2006/main">
              <a:ext uri="{FF2B5EF4-FFF2-40B4-BE49-F238E27FC236}">
                <a16:creationId xmlns:a16="http://schemas.microsoft.com/office/drawing/2014/main" id="{47D304EB-9A4B-4871-A4F9-E39F306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01" y="1779735"/>
            <a:ext cx="55005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●"/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  <a:highlight>
                  <a:srgbClr val="FFFFFF"/>
                </a:highlight>
              </a:rPr>
              <a:t>.</a:t>
            </a:r>
          </a:p>
        </p:txBody>
      </p:sp>
      <p:sp>
        <p:nvSpPr>
          <p:cNvPr id="193" name="workflow-impact-list">
            <a:extLst xmlns:a="http://schemas.openxmlformats.org/drawingml/2006/main">
              <a:ext uri="{FF2B5EF4-FFF2-40B4-BE49-F238E27FC236}">
                <a16:creationId xmlns:a16="http://schemas.microsoft.com/office/drawing/2014/main" id="{0B203205-0D32-4F26-B68C-1F59BA6B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Shows which patient is stuck, why, and who owns the next action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Converts payer policy into a source-backed evidence checklist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Blocks unsupported clinical claims before submission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Routes payer exceptions into governed recovery work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Turns denials into cited appeal packets and care handoffs</a:t>
            </a:r>
          </a:p>
        </p:txBody>
      </p:sp>
    </p:spTree>
    <p:extLst>
      <p:ext uri="{BB962C8B-B14F-4D97-AF65-F5344CB8AC3E}">
        <p14:creationId xmlns:p14="http://schemas.microsoft.com/office/powerpoint/2010/main" val="642695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3E63408F-B253-4B00-9516-69F7FB4F1F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FD6AB9A-5F9E-5F59-51AB-3C8734130965}" type="slidenum">
              <a:t>4</a:t>
            </a:fld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0BFE4440-4CEF-445A-BA1D-D3FCAFE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1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E5827C84-0C41-4129-A0CC-0C22D0A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199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F6C0D4A7-E360-47E3-A0A7-78AF23F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414435"/>
            <a:ext cx="114594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Synthetic order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   -&gt; UiPath Maestro Case lifecycle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   -&gt; API Workflow contracts hydrate EHR, payer, pharmacy, and event state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   -&gt; Seven agents produce policy, evidence, packet, denial, appeal, and handoff outputs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   -&gt; Action Center gates clinician approval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   -&gt; Payer API route or Orchestrator robot recovery path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   -&gt; Data Fabric proof records and Command Center visualization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1D1D1F"/>
                </a:solidFill>
                <a:highlight>
                  <a:srgbClr val="FFFFFF"/>
                </a:highlight>
              </a:rP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  <a:highlight>
                  <a:srgbClr val="FFFFFF"/>
                </a:highlight>
              </a:rPr>
              <a:t>GitHub: https://github.com/AbhinavGupta707/Treatment-Access</a:t>
            </a:r>
          </a:p>
        </p:txBody>
      </p:sp>
    </p:spTree>
    <p:extLst>
      <p:ext uri="{BB962C8B-B14F-4D97-AF65-F5344CB8AC3E}">
        <p14:creationId xmlns:p14="http://schemas.microsoft.com/office/powerpoint/2010/main" val="1754805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4">
            <a:extLst xmlns:a="http://schemas.openxmlformats.org/drawingml/2006/main">
              <a:ext uri="{FF2B5EF4-FFF2-40B4-BE49-F238E27FC236}">
                <a16:creationId xmlns:a16="http://schemas.microsoft.com/office/drawing/2014/main" id="{C8F1B770-D058-4F1E-84BF-07DAB1A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3" y="360000"/>
            <a:ext cx="9000000" cy="4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UiPath components and agent type</a:t>
            </a:r>
          </a:p>
        </p:txBody>
      </p:sp>
      <p:sp>
        <p:nvSpPr>
          <p:cNvPr id="187" name="Google Shape;187;p4">
            <a:extLst xmlns:a="http://schemas.openxmlformats.org/drawingml/2006/main">
              <a:ext uri="{FF2B5EF4-FFF2-40B4-BE49-F238E27FC236}">
                <a16:creationId xmlns:a16="http://schemas.microsoft.com/office/drawing/2014/main" id="{00AFAA83-A633-46F5-B1EC-203A4AEC97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E5B3003-2C54-13C6-9832-7637201064DE}" type="slidenum">
              <a:t>5</a:t>
            </a:fld>
          </a:p>
        </p:txBody>
      </p:sp>
      <p:graphicFrame>
        <p:nvGraphicFramePr>
          <p:cNvPr id="196" name="Google Shape;188;p4"/>
          <p:cNvGraphicFramePr/>
          <p:nvPr/>
        </p:nvGraphicFramePr>
        <p:xfrm>
          <a:off xmlns:a="http://schemas.openxmlformats.org/drawingml/2006/main" x="259199" y="119618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UiPath Maestro Case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type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Both Coded Agents and Low-code Agent Builder-style agents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UiPath core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Maestro, Action Center, Orchestrator, Solutions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Data/API layer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Data Fabric, API Workflows, event records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Automation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RPA PayerPortalFallback + coded agent runtime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>
            <a:extLst xmlns:a="http://schemas.openxmlformats.org/drawingml/2006/main">
              <a:ext uri="{FF2B5EF4-FFF2-40B4-BE49-F238E27FC236}">
                <a16:creationId xmlns:a16="http://schemas.microsoft.com/office/drawing/2014/main" id="{BAAC04DF-A566-4C25-9AB3-19CE1408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00" cy="6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0" name="Google Shape;190;p4">
            <a:extLst xmlns:a="http://schemas.openxmlformats.org/drawingml/2006/main">
              <a:ext uri="{FF2B5EF4-FFF2-40B4-BE49-F238E27FC236}">
                <a16:creationId xmlns:a16="http://schemas.microsoft.com/office/drawing/2014/main" id="{C94572F3-0796-49DB-B82C-535D71E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691" y="1016651"/>
            <a:ext cx="54978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Platform usage</a:t>
            </a:r>
          </a:p>
        </p:txBody>
      </p:sp>
      <p:sp>
        <p:nvSpPr>
          <p:cNvPr id="191" name="Google Shape;191;p4">
            <a:extLst xmlns:a="http://schemas.openxmlformats.org/drawingml/2006/main">
              <a:ext uri="{FF2B5EF4-FFF2-40B4-BE49-F238E27FC236}">
                <a16:creationId xmlns:a16="http://schemas.microsoft.com/office/drawing/2014/main" id="{47D304EB-9A4B-4871-A4F9-E39F306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01" y="1779735"/>
            <a:ext cx="55005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●"/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  <a:highlight>
                  <a:srgbClr val="FFFFFF"/>
                </a:highlight>
              </a:rPr>
              <a:t>.</a:t>
            </a:r>
          </a:p>
        </p:txBody>
      </p:sp>
      <p:sp>
        <p:nvSpPr>
          <p:cNvPr id="193" name="platform-usage-list">
            <a:extLst xmlns:a="http://schemas.openxmlformats.org/drawingml/2006/main">
              <a:ext uri="{FF2B5EF4-FFF2-40B4-BE49-F238E27FC236}">
                <a16:creationId xmlns:a16="http://schemas.microsoft.com/office/drawing/2014/main" id="{863E67D8-7577-489A-B353-36289A1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Maestro coordinates dynamic, exception-heavy case stages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Action Center keeps clinicians in charge of accountable decisions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Orchestrator governs robot/process execution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Data Fabric stores proof records in the TreatmentAccessHackathon folder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Codex implementation lanes show coding-agent usage during build</a:t>
            </a:r>
          </a:p>
        </p:txBody>
      </p:sp>
    </p:spTree>
    <p:extLst>
      <p:ext uri="{BB962C8B-B14F-4D97-AF65-F5344CB8AC3E}">
        <p14:creationId xmlns:p14="http://schemas.microsoft.com/office/powerpoint/2010/main" val="642695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Google Shape;175;p3">
            <a:extLst xmlns:a="http://schemas.openxmlformats.org/drawingml/2006/main">
              <a:ext uri="{FF2B5EF4-FFF2-40B4-BE49-F238E27FC236}">
                <a16:creationId xmlns:a16="http://schemas.microsoft.com/office/drawing/2014/main" id="{F13B78E3-0A65-4F96-ACEC-7886AC79C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999" y="36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Live proof and safety boundary</a:t>
            </a:r>
          </a:p>
        </p:txBody>
      </p:sp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D962E26B-AB27-4B92-B7A2-E295EF6EA1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8C630A04-5A25-9E0C-9436-126091DB86B3}" type="slidenum">
              <a:t>6</a:t>
            </a:fld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15D4D623-E4A2-4282-80F9-1D126DEB6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Live UiPath proof</a:t>
            </a:r>
          </a:p>
        </p:txBody>
      </p:sp>
      <p:sp>
        <p:nvSpPr>
          <p:cNvPr id="178" name="Google Shape;178;p3">
            <a:extLst xmlns:a="http://schemas.openxmlformats.org/drawingml/2006/main">
              <a:ext uri="{FF2B5EF4-FFF2-40B4-BE49-F238E27FC236}">
                <a16:creationId xmlns:a16="http://schemas.microsoft.com/office/drawing/2014/main" id="{1062F076-1F35-4D28-A30C-8CE6244EAC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9100" y="1952325"/>
            <a:ext cx="4616700" cy="45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45720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01241005-205D-4BCA-8EBE-70E2BDFF0C0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89650" y="144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Safety boundary</a:t>
            </a:r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930BF36A-2D5C-4443-A536-BFC017F9381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89650" y="1800000"/>
            <a:ext cx="5255700" cy="4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Synthetic data only. No real patient, provider, payer, credential, or PHI is used.</a:t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>
                <a:solidFill>
                  <a:srgbClr val="1D1D1F"/>
                </a:solidFill>
                <a:highlight>
                  <a:srgbClr val="FFFFFF"/>
                </a:highlight>
              </a:rPr>
              <a:t/>
            </a:r>
          </a:p>
          <a:p xmlns:a="http://schemas.openxmlformats.org/drawingml/2006/main">
            <a:pPr mar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  <a:defRPr sz="1500">
                <a:solidFill>
                  <a:srgbClr val="222222"/>
                </a:solidFill>
              </a:defRPr>
            </a:pPr>
            <a:r>
              <a:rPr sz="1500">
                <a:solidFill>
                  <a:srgbClr val="222222"/>
                </a:solidFill>
              </a:rPr>
              <a:t>The product demonstrates governed treatment-access workflow and UiPath proof records. It does not perform a real payer submission or autonomous medical/legal decision.</a:t>
            </a:r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70979090-6C7C-481E-962C-886AED6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1889"/>
            <a:ext cx="12179400" cy="39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2" name="live-proof-list">
            <a:extLst xmlns:a="http://schemas.openxmlformats.org/drawingml/2006/main">
              <a:ext uri="{FF2B5EF4-FFF2-40B4-BE49-F238E27FC236}">
                <a16:creationId xmlns:a16="http://schemas.microsoft.com/office/drawing/2014/main" id="{141030FA-A897-4FAB-BEEB-75E60A6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• Data Fabric proof entity and records created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• Action Center task 4401667 created, assigned, completed, and read back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• Solution package published, deployed, and activated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• Orchestrator job 6d9b9fa9-f582-4983-98fa-167e87d57f2a completed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</a:defRPr>
            </a:pPr>
            <a:r>
              <a:rPr sz="1275">
                <a:solidFill>
                  <a:srgbClr val="222222"/>
                </a:solidFill>
              </a:rPr>
              <a:t>• Maestro case/flow debug reached the human-task boundary</a:t>
            </a:r>
          </a:p>
        </p:txBody>
      </p:sp>
    </p:spTree>
    <p:extLst>
      <p:ext uri="{BB962C8B-B14F-4D97-AF65-F5344CB8AC3E}">
        <p14:creationId xmlns:p14="http://schemas.microsoft.com/office/powerpoint/2010/main" val="12753915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4">
            <a:extLst xmlns:a="http://schemas.openxmlformats.org/drawingml/2006/main">
              <a:ext uri="{FF2B5EF4-FFF2-40B4-BE49-F238E27FC236}">
                <a16:creationId xmlns:a16="http://schemas.microsoft.com/office/drawing/2014/main" id="{C8F1B770-D058-4F1E-84BF-07DAB1AC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03" y="360000"/>
            <a:ext cx="9000000" cy="4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111827"/>
                </a:solidFill>
              </a:defRPr>
            </a:pPr>
            <a:r>
              <a:rPr sz="285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Judge setup and demo path</a:t>
            </a:r>
          </a:p>
        </p:txBody>
      </p:sp>
      <p:sp>
        <p:nvSpPr>
          <p:cNvPr id="187" name="Google Shape;187;p4">
            <a:extLst xmlns:a="http://schemas.openxmlformats.org/drawingml/2006/main">
              <a:ext uri="{FF2B5EF4-FFF2-40B4-BE49-F238E27FC236}">
                <a16:creationId xmlns:a16="http://schemas.microsoft.com/office/drawing/2014/main" id="{00AFAA83-A633-46F5-B1EC-203A4AEC97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574470" y="6480000"/>
            <a:ext cx="157094" cy="15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3D7D1C8-AE23-AA48-DF65-C742588DBE47}" type="slidenum">
              <a:t>7</a:t>
            </a:fld>
          </a:p>
        </p:txBody>
      </p:sp>
      <p:graphicFrame>
        <p:nvGraphicFramePr>
          <p:cNvPr id="196" name="Google Shape;188;p4"/>
          <p:cNvGraphicFramePr/>
          <p:nvPr/>
        </p:nvGraphicFramePr>
        <p:xfrm>
          <a:off xmlns:a="http://schemas.openxmlformats.org/drawingml/2006/main" x="259199" y="119618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git clone repo and run CI=true pnpm install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2700" cmpd="sng">
                      <a:solidFill>
                        <a:srgbClr val="32C4F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Run CI=true pnpm verify:setup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Start API, Command Center, and payer portal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Open http://127.0.0.1:5173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9375" cmpd="sng">
                      <a:solidFill>
                        <a:srgbClr val="DFE3E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 b="1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32C4F3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700"/>
                        <a:t>Walk Dashboard -&gt; Cases -&gt; Evidence -&gt; Submissions -&gt; Appeals -&gt; UiPath records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32C4F3"/>
                      </a:solidFill>
                      <a:prstDash val="solid"/>
                    </a:lnR>
                    <a:lnT w="19375" cmpd="sng">
                      <a:solidFill>
                        <a:srgbClr val="DFE3E3"/>
                      </a:solidFill>
                      <a:prstDash val="solid"/>
                    </a:lnT>
                    <a:lnB w="12700" cmpd="sng">
                      <a:solidFill>
                        <a:srgbClr val="32C4F3"/>
                      </a:solidFill>
                      <a:prstDash val="solid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>
            <a:extLst xmlns:a="http://schemas.openxmlformats.org/drawingml/2006/main">
              <a:ext uri="{FF2B5EF4-FFF2-40B4-BE49-F238E27FC236}">
                <a16:creationId xmlns:a16="http://schemas.microsoft.com/office/drawing/2014/main" id="{BAAC04DF-A566-4C25-9AB3-19CE1408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" y="859929"/>
            <a:ext cx="10398300" cy="6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0" name="Google Shape;190;p4">
            <a:extLst xmlns:a="http://schemas.openxmlformats.org/drawingml/2006/main">
              <a:ext uri="{FF2B5EF4-FFF2-40B4-BE49-F238E27FC236}">
                <a16:creationId xmlns:a16="http://schemas.microsoft.com/office/drawing/2014/main" id="{C94572F3-0796-49DB-B82C-535D71E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691" y="1016651"/>
            <a:ext cx="5497800" cy="4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11827"/>
                </a:solidFill>
              </a:defRPr>
            </a:pPr>
            <a:r>
              <a:rPr sz="2100" b="1" i="0" u="none" cap="none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judges should see</a:t>
            </a:r>
          </a:p>
        </p:txBody>
      </p:sp>
      <p:sp>
        <p:nvSpPr>
          <p:cNvPr id="191" name="Google Shape;191;p4">
            <a:extLst xmlns:a="http://schemas.openxmlformats.org/drawingml/2006/main">
              <a:ext uri="{FF2B5EF4-FFF2-40B4-BE49-F238E27FC236}">
                <a16:creationId xmlns:a16="http://schemas.microsoft.com/office/drawing/2014/main" id="{47D304EB-9A4B-4871-A4F9-E39F306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301" y="1779735"/>
            <a:ext cx="5500500" cy="44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har char="●"/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  <a:highlight>
                  <a:srgbClr val="FFFFFF"/>
                </a:highlight>
              </a:rPr>
              <a:t>.</a:t>
            </a:r>
          </a:p>
        </p:txBody>
      </p:sp>
      <p:sp>
        <p:nvSpPr>
          <p:cNvPr id="193" name="judge-visible-list">
            <a:extLst xmlns:a="http://schemas.openxmlformats.org/drawingml/2006/main">
              <a:ext uri="{FF2B5EF4-FFF2-40B4-BE49-F238E27FC236}">
                <a16:creationId xmlns:a16="http://schemas.microsoft.com/office/drawing/2014/main" id="{2B7598A4-9396-4224-845B-B0AD73D5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A polished access-team cockpit, not a raw technical console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Full prior-auth case flow with agents, humans, APIs, robots, and proof records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Clear explanation of coded + low-code agents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Setup instructions and smoke commands in README</a:t>
            </a:r>
          </a:p>
          <a:p xmlns:a="http://schemas.openxmlformats.org/drawingml/2006/main">
            <a:pPr>
              <a:defRPr sz="1575">
                <a:solidFill>
                  <a:srgbClr val="222222"/>
                </a:solidFill>
              </a:defRPr>
            </a:pPr>
            <a:r>
              <a:rPr sz="1575">
                <a:solidFill>
                  <a:srgbClr val="222222"/>
                </a:solidFill>
              </a:rPr>
              <a:t>• Live proof closeout in docs/live-uipath-proof-closeout.md</a:t>
            </a:r>
          </a:p>
        </p:txBody>
      </p:sp>
    </p:spTree>
    <p:extLst>
      <p:ext uri="{BB962C8B-B14F-4D97-AF65-F5344CB8AC3E}">
        <p14:creationId xmlns:p14="http://schemas.microsoft.com/office/powerpoint/2010/main" val="6426957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E4ED32B-EB8D-445B-AB43-283FBE6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3F17"/>
                </a:solidFill>
              </a:defRPr>
            </a:pPr>
            <a:r>
              <a:rPr sz="3300" b="1">
                <a:solidFill>
                  <a:srgbClr val="FF3F17"/>
                </a:solidFill>
              </a:rPr>
              <a:t>Treatment Access Command Center</a:t>
            </a:r>
          </a:p>
        </p:txBody>
      </p:sp>
      <p:sp>
        <p:nvSpPr>
          <p:cNvPr id="2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6391FF9C-DA67-4DB7-B1C3-69C11F24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933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AI assembles. UiPath governs. Humans approve.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Repository: https://github.com/AbhinavGupta707/Treatment-Access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Track: UiPath Maestro Case</a:t>
            </a:r>
          </a:p>
        </p:txBody>
      </p:sp>
    </p:spTree>
    <p:extLst>
      <p:ext uri="{BB962C8B-B14F-4D97-AF65-F5344CB8AC3E}">
        <p14:creationId xmlns:p14="http://schemas.microsoft.com/office/powerpoint/2010/main" val="110981520"/>
      </p:ext>
    </p:extLst>
  </p:cSld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iPath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2026-06-30T03:02:32.2500000Z</dcterms:created>
  <dcterms:modified xsi:type="dcterms:W3CDTF">2026-06-30T03:02:32.2500000Z</dcterms:modified>
</coreProperties>
</file>